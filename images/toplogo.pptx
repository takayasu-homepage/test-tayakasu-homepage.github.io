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40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0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86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777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69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67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50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53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67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25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01BF0-46AB-415D-85F1-1198F37DE10C}" type="datetimeFigureOut">
              <a:rPr kumimoji="1" lang="ja-JP" altLang="en-US" smtClean="0"/>
              <a:t>2016/3/27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BEE73-C689-4304-9F72-1536934840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89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/>
          <p:cNvGrpSpPr/>
          <p:nvPr/>
        </p:nvGrpSpPr>
        <p:grpSpPr>
          <a:xfrm>
            <a:off x="2566217" y="1966402"/>
            <a:ext cx="6975105" cy="1951200"/>
            <a:chOff x="2566217" y="1966402"/>
            <a:chExt cx="6975105" cy="2197413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7103" y="1966402"/>
              <a:ext cx="6733333" cy="1666667"/>
            </a:xfrm>
            <a:prstGeom prst="rect">
              <a:avLst/>
            </a:prstGeom>
          </p:spPr>
        </p:pic>
        <p:sp>
          <p:nvSpPr>
            <p:cNvPr id="5" name="テキスト ボックス 4"/>
            <p:cNvSpPr txBox="1"/>
            <p:nvPr/>
          </p:nvSpPr>
          <p:spPr>
            <a:xfrm>
              <a:off x="2566217" y="3579040"/>
              <a:ext cx="69751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東京工業大学 </a:t>
              </a:r>
              <a:r>
                <a:rPr lang="ja-JP" altLang="en-US" sz="16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科学技術創成研究院</a:t>
              </a:r>
              <a:r>
                <a:rPr kumimoji="1" lang="ja-JP" altLang="en-US" sz="16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ビッグデータ数理科学研究ユニット</a:t>
              </a:r>
              <a:endParaRPr kumimoji="1" lang="en-US" altLang="ja-JP" sz="1600" dirty="0" smtClean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  <a:p>
              <a:pPr algn="ctr"/>
              <a:r>
                <a:rPr lang="ja-JP" altLang="en-US" sz="16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高安美佐子研究室</a:t>
              </a:r>
              <a:endParaRPr kumimoji="1" lang="ja-JP" altLang="en-US" sz="1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138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>東京工業大学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Kazuya</dc:creator>
  <cp:lastModifiedBy>aiki</cp:lastModifiedBy>
  <cp:revision>3</cp:revision>
  <dcterms:created xsi:type="dcterms:W3CDTF">2013-04-23T04:20:41Z</dcterms:created>
  <dcterms:modified xsi:type="dcterms:W3CDTF">2016-03-27T05:13:58Z</dcterms:modified>
</cp:coreProperties>
</file>